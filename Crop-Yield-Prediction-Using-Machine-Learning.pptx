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Prata"/>
      <p:regular r:id="rId201314"/>
    </p:embeddedFont>
    <p:embeddedFont>
      <p:font typeface="Raleway ExtraBold"/>
      <p:regular r:id="rId201315"/>
    </p:embeddedFont>
    <p:embeddedFont>
      <p:font typeface="Raleway Medium"/>
      <p:regular r:id="rId201316"/>
    </p:embeddedFont>
    <p:embeddedFont>
      <p:font typeface="Raleway SemiBold"/>
      <p:regular r:id="rId201317"/>
    </p:embeddedFont>
    <p:embeddedFont>
      <p:font typeface="Raleway Bold"/>
      <p:regular r:id="rId201318"/>
    </p:embeddedFont>
    <p:embeddedFont>
      <p:font typeface="Raleway Black"/>
      <p:regular r:id="rId201319"/>
    </p:embeddedFont>
    <p:embeddedFont>
      <p:font typeface="Raleway Thin"/>
      <p:regular r:id="rId201320"/>
    </p:embeddedFont>
    <p:embeddedFont>
      <p:font typeface="Raleway ExtraLight"/>
      <p:regular r:id="rId201321"/>
    </p:embeddedFont>
    <p:embeddedFont>
      <p:font typeface="Raleway Light"/>
      <p:regular r:id="rId201322"/>
    </p:embeddedFont>
    <p:embeddedFont>
      <p:font typeface="Raleway"/>
      <p:regular r:id="rId2013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image" Target="../media/image-4-15.png"/><Relationship Id="rId16" Type="http://schemas.openxmlformats.org/officeDocument/2006/relationships/image" Target="../media/image-4-16.sv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466478"/>
            <a:ext cx="1554361" cy="215354"/>
          </a:xfrm>
          <a:prstGeom prst="roundRect">
            <a:avLst>
              <a:gd name="adj" fmla="val 7900"/>
            </a:avLst>
          </a:prstGeom>
          <a:solidFill>
            <a:srgbClr val="443D09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1508968"/>
            <a:ext cx="18414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TFI SUMMER INTERNSHIP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738536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Crop Yield Prediction Using Machine Learning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25119" y="2837111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Kalpana Rajagiri  |  Roll No: 24JR1A05F8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beginner-friendly project exploring how data-driven models can help farmers estimate harvest outcomes before planting season begins.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5620"/>
            <a:ext cx="4722763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Introduction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25119" y="1098128"/>
            <a:ext cx="2193875" cy="1850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Agriculture remains a cornerstone of the economy, supporting livelihoods and food security across the country.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Accurately predicting crop yield helps farmers plan resources, manage risk, and make informed decisions well before harvest.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8769" y="1128043"/>
            <a:ext cx="2193875" cy="10547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96063" y="1265337"/>
            <a:ext cx="19192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Economic Backbone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596063" y="1612850"/>
            <a:ext cx="191928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Agriculture sustains millions of livelihoods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8769" y="2315766"/>
            <a:ext cx="2193875" cy="10547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96063" y="2453060"/>
            <a:ext cx="19192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Smarter Planning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596063" y="2800573"/>
            <a:ext cx="191928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Yield forecasts guide planting decisions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8769" y="3503488"/>
            <a:ext cx="2193875" cy="105474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96063" y="3640782"/>
            <a:ext cx="19192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ML-Powered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596063" y="3988296"/>
            <a:ext cx="191928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Models learn from historical farm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862"/>
            <a:ext cx="8151763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 Statement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07566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Farmers today face a critical challenge: predicting how much their fields will produce in a given season.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79426"/>
            <a:ext cx="4339977" cy="1016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227" y="1624385"/>
            <a:ext cx="399291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Manual Estimation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8227" y="1948979"/>
            <a:ext cx="39929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Yield is often guessed from past experience, leading to inaccurate forecasts.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16101"/>
            <a:ext cx="4339977" cy="8153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227" y="2761059"/>
            <a:ext cx="399291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Unpredictable Conditions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98227" y="3085654"/>
            <a:ext cx="399291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Rainfall, temperature, and pest pressure vary widely each season.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51932"/>
            <a:ext cx="4339977" cy="10161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227" y="3696891"/>
            <a:ext cx="399291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No Data Analysis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98227" y="4021485"/>
            <a:ext cx="399291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Without structured data, making reliable, evidence-based decisions is nearly impossible.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648" y="2034108"/>
            <a:ext cx="3492922" cy="19792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60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Dataset &amp; Inputs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802928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model learns from eight key agricultural variables to predict crop yield.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33314"/>
            <a:ext cx="260226" cy="260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389087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Crop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6119" y="1597596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 of crop grown (e.g., rice, wheat, maize)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9774" y="1033314"/>
            <a:ext cx="260226" cy="260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9774" y="1389087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Season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19774" y="1597596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Growing season such as Kharif or Rabi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1894880"/>
            <a:ext cx="260226" cy="2602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250653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State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6119" y="2459162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Geographic region of cultivation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9774" y="1894880"/>
            <a:ext cx="260226" cy="2602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19774" y="2250653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Area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619774" y="2459162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land area under cultivation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756446"/>
            <a:ext cx="260226" cy="2602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3112219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Annual Rainfall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496119" y="3320728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yearly precipitation in mm</a:t>
            </a:r>
            <a:endParaRPr lang="en-US" sz="8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9774" y="2756446"/>
            <a:ext cx="260226" cy="26022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19774" y="3112219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Fertilizer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4619774" y="3320728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Quantity of fertilizer applied</a:t>
            </a:r>
            <a:endParaRPr lang="en-US" sz="8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3618012"/>
            <a:ext cx="260226" cy="26022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6119" y="3973785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Pesticide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496119" y="4182294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Amount of pesticide used</a:t>
            </a:r>
            <a:endParaRPr lang="en-US" sz="8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19774" y="3618012"/>
            <a:ext cx="260226" cy="26022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619774" y="3973785"/>
            <a:ext cx="4028108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7" name="Text 17"/>
          <p:cNvSpPr/>
          <p:nvPr/>
        </p:nvSpPr>
        <p:spPr>
          <a:xfrm>
            <a:off x="4619774" y="4182294"/>
            <a:ext cx="402810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Average temperature during growth</a:t>
            </a:r>
            <a:endParaRPr lang="en-US" sz="800" dirty="0"/>
          </a:p>
        </p:txBody>
      </p:sp>
      <p:sp>
        <p:nvSpPr>
          <p:cNvPr id="28" name="Shape 18"/>
          <p:cNvSpPr/>
          <p:nvPr/>
        </p:nvSpPr>
        <p:spPr>
          <a:xfrm>
            <a:off x="496119" y="4412679"/>
            <a:ext cx="8151763" cy="341561"/>
          </a:xfrm>
          <a:prstGeom prst="roundRect">
            <a:avLst>
              <a:gd name="adj" fmla="val 4572"/>
            </a:avLst>
          </a:prstGeom>
          <a:solidFill>
            <a:srgbClr val="71660F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224" y="4551611"/>
            <a:ext cx="130076" cy="10410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34405" y="4515073"/>
            <a:ext cx="8166571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Output: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Predicted Crop Yield — the estimated production quantity the model returns after analyzing all inputs.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084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6872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From raw data to an interactive web app — the project follows a clear, step-by-step pipeline.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55006"/>
            <a:ext cx="8151763" cy="1417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532138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Each stage builds on the previous one: data is cleaned and encoded, split into training and testing sets, then fed into a Random Forest Regressor that learns patterns and generates predictions. Finally, a Streamlit app lets users interact with the model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2168"/>
            <a:ext cx="8151763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Results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6849"/>
            <a:ext cx="5192688" cy="29424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96136" y="1037034"/>
            <a:ext cx="2656433" cy="1108397"/>
          </a:xfrm>
          <a:prstGeom prst="roundRect">
            <a:avLst>
              <a:gd name="adj" fmla="val 1679"/>
            </a:avLst>
          </a:prstGeom>
          <a:solidFill>
            <a:srgbClr val="3A3B3C"/>
          </a:solidFill>
          <a:ln/>
        </p:spPr>
      </p:sp>
      <p:sp>
        <p:nvSpPr>
          <p:cNvPr id="5" name="Text 2"/>
          <p:cNvSpPr/>
          <p:nvPr/>
        </p:nvSpPr>
        <p:spPr>
          <a:xfrm>
            <a:off x="6120110" y="1161008"/>
            <a:ext cx="24084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Success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20110" y="1463353"/>
            <a:ext cx="240848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Random Forest model successfully predicts crop yield from the input variables.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96136" y="2253928"/>
            <a:ext cx="2656433" cy="1108397"/>
          </a:xfrm>
          <a:prstGeom prst="roundRect">
            <a:avLst>
              <a:gd name="adj" fmla="val 1679"/>
            </a:avLst>
          </a:prstGeom>
          <a:solidFill>
            <a:srgbClr val="3A3B3C"/>
          </a:solidFill>
          <a:ln/>
        </p:spPr>
      </p:sp>
      <p:sp>
        <p:nvSpPr>
          <p:cNvPr id="8" name="Text 5"/>
          <p:cNvSpPr/>
          <p:nvPr/>
        </p:nvSpPr>
        <p:spPr>
          <a:xfrm>
            <a:off x="6120110" y="2377901"/>
            <a:ext cx="24084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Interactive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0110" y="2680246"/>
            <a:ext cx="240848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Users enter farming details like crop type, rainfall, and temperature into the Streamlit interface.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96136" y="3470821"/>
            <a:ext cx="2656433" cy="1108397"/>
          </a:xfrm>
          <a:prstGeom prst="roundRect">
            <a:avLst>
              <a:gd name="adj" fmla="val 1679"/>
            </a:avLst>
          </a:prstGeom>
          <a:solidFill>
            <a:srgbClr val="3A3B3C"/>
          </a:solidFill>
          <a:ln/>
        </p:spPr>
      </p:sp>
      <p:sp>
        <p:nvSpPr>
          <p:cNvPr id="11" name="Text 8"/>
          <p:cNvSpPr/>
          <p:nvPr/>
        </p:nvSpPr>
        <p:spPr>
          <a:xfrm>
            <a:off x="6120110" y="3594795"/>
            <a:ext cx="24084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Instant Output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0110" y="3897139"/>
            <a:ext cx="2408486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predicted yield is displayed immediately, making the tool practical for quick decision-making.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08"/>
            <a:ext cx="8151763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006525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4" name="Text 2"/>
          <p:cNvSpPr/>
          <p:nvPr/>
        </p:nvSpPr>
        <p:spPr>
          <a:xfrm>
            <a:off x="892597" y="1049908"/>
            <a:ext cx="39483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ML for Agriculture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2597" y="1359619"/>
            <a:ext cx="39483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Machine learning offers a reliable way to estimate crop yield from historical and environmental data.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66392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7" name="Text 5"/>
          <p:cNvSpPr/>
          <p:nvPr/>
        </p:nvSpPr>
        <p:spPr>
          <a:xfrm>
            <a:off x="892597" y="2009775"/>
            <a:ext cx="39483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Random Forest Performance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2597" y="2319486"/>
            <a:ext cx="39483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model captures complex, non-linear relationships between inputs and yield, producing strong predictions.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2926259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2597" y="2969642"/>
            <a:ext cx="39483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Farmer Empowerment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2597" y="3279353"/>
            <a:ext cx="39483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 turning data into insight, the project helps farmers plan resources and reduce uncertainty.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886126"/>
            <a:ext cx="284038" cy="284038"/>
          </a:xfrm>
          <a:prstGeom prst="roundRect">
            <a:avLst>
              <a:gd name="adj" fmla="val 6668"/>
            </a:avLst>
          </a:prstGeom>
          <a:solidFill>
            <a:srgbClr val="3A3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2597" y="3929509"/>
            <a:ext cx="394833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CBB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2597" y="4239220"/>
            <a:ext cx="394833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Adding soil type and live weather data could further improve prediction accuracy and real-world usefulness.</a:t>
            </a:r>
            <a:endParaRPr lang="en-US" sz="9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3769" y="1822475"/>
            <a:ext cx="3498800" cy="19826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13892"/>
            <a:ext cx="4722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dirty="0">
                <a:solidFill>
                  <a:srgbClr val="F2E782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Thank You</a:t>
            </a:r>
            <a:endParaRPr lang="en-US" sz="5550" dirty="0"/>
          </a:p>
        </p:txBody>
      </p:sp>
      <p:sp>
        <p:nvSpPr>
          <p:cNvPr id="4" name="Text 1"/>
          <p:cNvSpPr/>
          <p:nvPr/>
        </p:nvSpPr>
        <p:spPr>
          <a:xfrm>
            <a:off x="3925119" y="271254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Questions &amp; Answers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134246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CFCBBF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3348186"/>
            <a:ext cx="5179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Kalpana Rajagiri  |  Roll No: 24JR1A05F8  |  TFI Summer Internship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2026-07-11T17:35:07Z</dcterms:created>
  <dcterms:modified xsi:type="dcterms:W3CDTF">2026-07-11T17:35:07Z</dcterms:modified>
</cp:coreProperties>
</file>